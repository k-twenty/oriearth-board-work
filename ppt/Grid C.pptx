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>
                <a:solidFill>
                  <a:schemeClr val="bg1"/>
                </a:solidFill>
              </a:rPr>
              <a:t>Grid – C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3" y="244633"/>
            <a:ext cx="2084020" cy="1098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97" y="239942"/>
            <a:ext cx="1194223" cy="11942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401" y="244632"/>
            <a:ext cx="1194223" cy="1194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161BFF-149C-1D0C-45A3-4DC6A72A2B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764" y="224703"/>
            <a:ext cx="1098404" cy="109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188599"/>
              </p:ext>
            </p:extLst>
          </p:nvPr>
        </p:nvGraphicFramePr>
        <p:xfrm>
          <a:off x="6172200" y="190295"/>
          <a:ext cx="5916562" cy="482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cumini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Murdah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ciliata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9717108"/>
              </p:ext>
            </p:extLst>
          </p:nvPr>
        </p:nvGraphicFramePr>
        <p:xfrm>
          <a:off x="103239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marmelos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elengi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emblica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20875B-663C-FDDE-62D9-4CC5726BED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561" y="829469"/>
            <a:ext cx="777240" cy="777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68ADE3-F8FA-4D48-ED24-64CF6BF61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368" y="1682909"/>
            <a:ext cx="777241" cy="777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535932-46A7-50B6-C995-E5842E9FB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368" y="2493683"/>
            <a:ext cx="793433" cy="7934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7BAA7E-41DD-C35E-6848-DA2698B3A4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6" y="3347124"/>
            <a:ext cx="777241" cy="777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8EFE4A-C4E3-C92C-6CA3-80FBB4194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5" y="4184374"/>
            <a:ext cx="777242" cy="7772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FCF041-1100-F2D5-E41A-DF346CB98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5" y="5021625"/>
            <a:ext cx="777242" cy="7772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3EB79E-6774-AE17-42C3-2098B0593C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5" y="5941696"/>
            <a:ext cx="777242" cy="7772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A920A3-4C9B-1D3F-CF07-D63B7E5EC9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96" y="814229"/>
            <a:ext cx="777240" cy="7772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66EA99-C1D6-BA7F-2BD1-AEA1674216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96" y="1667669"/>
            <a:ext cx="777240" cy="7772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29983C-A16C-358D-2493-5514F0D199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56" y="2514639"/>
            <a:ext cx="777240" cy="7772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674C83E-5EFC-7AA3-E7F0-6D7FF79393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56" y="3347124"/>
            <a:ext cx="777240" cy="7772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694527-B996-E19D-168A-4156369B1D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196" y="4219621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90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7</cp:revision>
  <dcterms:created xsi:type="dcterms:W3CDTF">2026-02-24T05:44:18Z</dcterms:created>
  <dcterms:modified xsi:type="dcterms:W3CDTF">2026-05-29T06:21:17Z</dcterms:modified>
</cp:coreProperties>
</file>