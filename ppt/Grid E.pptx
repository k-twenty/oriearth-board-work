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E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7" y="244633"/>
            <a:ext cx="2366151" cy="1247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9" y="230249"/>
            <a:ext cx="1329803" cy="13298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713" y="230250"/>
            <a:ext cx="1329804" cy="1329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FAE693-F000-71C8-DCC6-E8A2A32EB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47" y="230250"/>
            <a:ext cx="1329804" cy="13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4286941"/>
              </p:ext>
            </p:extLst>
          </p:nvPr>
        </p:nvGraphicFramePr>
        <p:xfrm>
          <a:off x="616875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Melia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dubia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Malabar Neem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elengi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emblica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21338113"/>
              </p:ext>
            </p:extLst>
          </p:nvPr>
        </p:nvGraphicFramePr>
        <p:xfrm>
          <a:off x="118478" y="170753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marmelos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Anacardium occidentale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Cashew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Annona squamosa 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Custard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Bauhinia variegata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Orchid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195584-5EAE-9262-CE06-6A53B2EC1A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599" y="768509"/>
            <a:ext cx="740251" cy="740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1287E7-5D36-D9F3-4D93-384C37F0A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599" y="1655031"/>
            <a:ext cx="740251" cy="7402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F9B1AE-E5DB-6834-F7C3-CE89609D1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599" y="2511073"/>
            <a:ext cx="740251" cy="7402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95BDA9-13AB-005E-EEB8-AD118FED1B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618" y="3367115"/>
            <a:ext cx="740251" cy="7402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B9A261-413D-0E55-8F1E-AB47E3FE85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618" y="4206681"/>
            <a:ext cx="740251" cy="7402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2011B0-F927-11F3-B966-A38EDDB0C8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618" y="5046247"/>
            <a:ext cx="740251" cy="7402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FC2610-E967-E736-5F78-AD67361555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618" y="5885813"/>
            <a:ext cx="740251" cy="7402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9CDAF4-D570-3220-D23E-32EECA392E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80" y="859949"/>
            <a:ext cx="731520" cy="7315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F31808-5FCE-5F5D-6E10-2AE36CA19D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78" y="1690573"/>
            <a:ext cx="731521" cy="7315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A36627-FD6B-CC8C-E014-3885B3C802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77" y="2535202"/>
            <a:ext cx="731521" cy="73152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A78BA6-6802-68D7-8215-CF288CCC06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76" y="3405248"/>
            <a:ext cx="731521" cy="7315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AE801FC-15CE-96B3-355F-0B2B0911DC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76" y="4203618"/>
            <a:ext cx="731521" cy="7315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7364906-EACA-4CE4-1B92-42E3697BA6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75" y="5080502"/>
            <a:ext cx="731522" cy="73152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486BC25-B7DE-E5C5-FF5A-3F7C54D329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76" y="5909891"/>
            <a:ext cx="731521" cy="73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3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5347514"/>
              </p:ext>
            </p:extLst>
          </p:nvPr>
        </p:nvGraphicFramePr>
        <p:xfrm>
          <a:off x="331838" y="190295"/>
          <a:ext cx="5916562" cy="3132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Tamarindus indica 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Arial" panose="020B0604020202020204" pitchFamily="34" charset="0"/>
                        </a:rPr>
                        <a:t>Tamarind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Arial" panose="020B0604020202020204" pitchFamily="34" charset="0"/>
                        </a:rPr>
                        <a:t>White Murdah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ciliata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Arial" panose="020B0604020202020204" pitchFamily="34" charset="0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</a:tbl>
          </a:graphicData>
        </a:graphic>
      </p:graphicFrame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411487-79FC-3D9F-2B21-479BA9ADF0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1" y="850535"/>
            <a:ext cx="716280" cy="716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0FD44-8571-5DCE-B821-D91F35FE8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1" y="1672590"/>
            <a:ext cx="716280" cy="716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D1C622-D55B-3D51-F035-9C3478BBE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1" y="2543175"/>
            <a:ext cx="716280" cy="71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127</Words>
  <Application>Microsoft Office PowerPoint</Application>
  <PresentationFormat>Widescreen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8</cp:revision>
  <dcterms:created xsi:type="dcterms:W3CDTF">2026-02-24T05:44:18Z</dcterms:created>
  <dcterms:modified xsi:type="dcterms:W3CDTF">2026-05-29T06:39:29Z</dcterms:modified>
</cp:coreProperties>
</file>