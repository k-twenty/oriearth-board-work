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47" autoAdjust="0"/>
  </p:normalViewPr>
  <p:slideViewPr>
    <p:cSldViewPr snapToGrid="0">
      <p:cViewPr varScale="1">
        <p:scale>
          <a:sx n="50" d="100"/>
          <a:sy n="50" d="100"/>
        </p:scale>
        <p:origin x="67" y="6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90E66-5C3D-AF1E-0BF9-A53B3505B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EABF8-C740-E762-D174-C48382449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9E60D-7083-51F6-075F-83BBCF381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36410-9162-063B-EE16-ABC735935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217BD-582A-2DDB-1FBF-EBAF9B41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58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62974-45CF-DAA8-C6B2-D08EE7729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64FCA-25B8-F25B-B4A5-DB950F238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C7408-B460-CBF5-02B2-2F6FBE8C5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30BF7-CCF0-38BB-8348-E39CCC4C8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7970B-B0F4-208F-8DD6-BFEEEEFA4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76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2A82-ECFC-7B2E-9FEF-B51C2EDAE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77398-3549-854A-69C8-A6D4FC2BC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7F855-B4D2-22B7-A5D9-F4C259FD2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4EE9D-380A-20FF-E406-81F573078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E18AB-0A65-88F5-B9DB-78E36C77F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6472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FFCC-691D-A77B-C39C-CD60EB15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5753A-ADD5-1AFF-381B-F703B6EA23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EFD57-78A2-BE69-4375-E1999A5AD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26AC7-3EB1-5854-84C5-369645A7B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33E32-6808-C31D-5137-489FE4734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B34DD-E066-B020-59B5-AA23A19A6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723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8CB6A-A70A-F8F4-20D0-CDA3C948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43404-A6FA-FB2F-0553-D78CEB1C9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3AC35-82C6-20F1-0FAC-5EAE18A05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20B6B6-88F5-2620-D382-9E35ED1C8B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0CE219-738F-41AE-44C7-C62CCE8AFB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86E24E-A795-40D5-19F6-934BED01D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346F9B-AE1A-3481-2A63-EBB0E12EC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FE71AD-0DBD-4D19-2DA5-A2030592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5863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95FA9-E640-9BD6-03F8-68F546813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8A30E6-E10C-6F00-1C7B-FA39919CE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DBF12-2C4B-2DDA-ED4F-1D7A946FF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A7C2A-D34F-E4D9-E033-420C1CFD7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843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060E78-E6C7-798B-9359-ADE1637E9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0563B1-3FFC-157D-5FAE-F162232A8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69D7F-8355-8BFF-5065-564B728AF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755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EE395-7114-B14F-E49D-B8ABAF343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F938F-00E5-E65A-3E9C-9D5CD8410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AFF93-A31E-EB6E-2266-A3B1B858C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F2C2A-AF5B-0EFF-7B03-C3811D8FC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1F4C4-A480-A950-0C9B-850EECF0B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6386F-CFF8-9206-FD2A-E77FEF84E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105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1B279-5872-2CA2-A2D5-A812B978C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88AEC-9A65-2232-2FEF-D6BC3DF9D1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F6CE10-2EBE-F3A8-AA9C-D94FD632B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C6C30-5767-5633-FD15-539F72077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543DD-C068-F098-463D-71DCA577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7A2EA-7AB0-832C-F11E-787A2B00A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010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441F3-651A-C983-C326-820917E85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43D643-2C75-6B03-B37B-76B10AB39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F5A9C-5958-4C69-F679-B905B4E51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38BC3-2559-0755-FBE9-FA52A8EC3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0E0C3-F256-260B-A7A8-DFF96467E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757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6DDAE-404E-899B-17E0-DB7757A26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FF05C-41B6-E613-4872-27E93380B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90339-3D9C-3098-CF74-B8B16E663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014C5-3D10-B81A-0756-6E136F027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6E505-6AE3-4FF6-52D5-235F916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095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9785DA-CD4E-7D2F-E092-207C1FEA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160CD-C8D3-62CF-6C9A-9893476F6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DFE3A-2D5B-B5AF-7176-959BCFC75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A6F91-1285-45B2-84DC-2A5E844D6EE8}" type="datetimeFigureOut">
              <a:rPr lang="en-GB" smtClean="0"/>
              <a:t>29/05/2026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2536E-034B-36A7-8D08-E67856260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8129E-A2B0-CF20-285B-7D9C9A9D2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14FD1-4C9A-4AB7-8E4B-D45CDF7448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177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2929607-1AE3-2DF8-5595-F974B406316D}"/>
              </a:ext>
            </a:extLst>
          </p:cNvPr>
          <p:cNvSpPr txBox="1">
            <a:spLocks/>
          </p:cNvSpPr>
          <p:nvPr/>
        </p:nvSpPr>
        <p:spPr>
          <a:xfrm>
            <a:off x="3252664" y="274249"/>
            <a:ext cx="6296270" cy="7324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6930" b="1">
                <a:solidFill>
                  <a:schemeClr val="bg1"/>
                </a:solidFill>
              </a:rPr>
              <a:t>IONIQ Forest</a:t>
            </a:r>
            <a:endParaRPr lang="en-GB" sz="6930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97817C-0326-616F-CAAD-C0FC8E90BF18}"/>
              </a:ext>
            </a:extLst>
          </p:cNvPr>
          <p:cNvSpPr txBox="1">
            <a:spLocks/>
          </p:cNvSpPr>
          <p:nvPr/>
        </p:nvSpPr>
        <p:spPr>
          <a:xfrm>
            <a:off x="3938555" y="1154414"/>
            <a:ext cx="4924487" cy="73245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5700">
                <a:solidFill>
                  <a:schemeClr val="bg1"/>
                </a:solidFill>
              </a:rPr>
              <a:t>Grid – A  Zones 1 -10</a:t>
            </a:r>
          </a:p>
          <a:p>
            <a:endParaRPr lang="en-GB" sz="504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C2A498-8AE2-2663-D2CF-7DA0821C46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6" y="209052"/>
            <a:ext cx="2465953" cy="12997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8C11AB-BB0A-7A0C-ED59-C52EACF6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325" y="209052"/>
            <a:ext cx="1299706" cy="12997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4AF345-962A-1589-5FD2-A820004032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843" y="209052"/>
            <a:ext cx="1299706" cy="12997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DA8E0A-A935-779C-B655-FD683E64B0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72" y="209052"/>
            <a:ext cx="1299706" cy="129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364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8914DE4E-A034-A603-F7B7-50F334AF85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7410688"/>
              </p:ext>
            </p:extLst>
          </p:nvPr>
        </p:nvGraphicFramePr>
        <p:xfrm>
          <a:off x="6275438" y="190295"/>
          <a:ext cx="5916562" cy="6516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342900" indent="-342900" fontAlgn="ctr">
                        <a:buFont typeface="+mj-lt"/>
                        <a:buAutoNum type="arabicPeriod"/>
                      </a:pPr>
                      <a:endParaRPr lang="en-IN" sz="1600" dirty="0">
                        <a:effectLst/>
                      </a:endParaRPr>
                    </a:p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Dalbergia sissoo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rosewood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Ficus racemosa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Cluster fig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Holarrhena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pubescens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Ivory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5687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Lagerstroemia speciosa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Pride of India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78402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Limonia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acidissima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Wood Apple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9103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Melia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dubia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Malabar Neem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842573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Morus nigra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mulberry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135875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20C0E02-326C-5CB1-AD88-6E50A935E12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98793184"/>
              </p:ext>
            </p:extLst>
          </p:nvPr>
        </p:nvGraphicFramePr>
        <p:xfrm>
          <a:off x="331838" y="190295"/>
          <a:ext cx="5916562" cy="6516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342900" indent="-342900" fontAlgn="ctr">
                        <a:buFont typeface="+mj-lt"/>
                        <a:buAutoNum type="arabicPeriod"/>
                      </a:pPr>
                      <a:endParaRPr lang="en-IN" sz="1600" dirty="0">
                        <a:effectLst/>
                      </a:endParaRPr>
                    </a:p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Aegle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marmelos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Wood Apple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Alstonia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scholaris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Blackboard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Azadirachta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indica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Neem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5687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Bauhinia variegata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Kachnar, Orchid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78402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Bombax ceiba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Silk Cotton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9103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Butea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monosperma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Flame of the Forest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842573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Cassia fistula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Golden shower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135875"/>
                  </a:ext>
                </a:extLst>
              </a:tr>
            </a:tbl>
          </a:graphicData>
        </a:graphic>
      </p:graphicFrame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7F6E22D-7F15-8C3F-39D4-B9D74DBBA5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760" y="839629"/>
            <a:ext cx="751840" cy="751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B58C7C-E51B-1E29-D7E2-E6A98BCA4E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758" y="1669415"/>
            <a:ext cx="751841" cy="7518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228A7E-6684-C202-D50F-16737CACD1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758" y="2529682"/>
            <a:ext cx="751841" cy="7518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454C62-8783-FD56-FF92-74FE4484C3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076" y="3369629"/>
            <a:ext cx="751841" cy="7518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A3E309-3A37-EBCB-CD16-064620D826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758" y="4209576"/>
            <a:ext cx="772159" cy="7721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DA061CD-D784-BC0B-0C4A-D64FEB11FC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758" y="5049523"/>
            <a:ext cx="772159" cy="7721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F596652-3E37-1B8D-5E84-F548A45ACD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758" y="5909788"/>
            <a:ext cx="772159" cy="7721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FF39324-AFFE-3BE2-8B72-1385C05BCF4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3403" y="839629"/>
            <a:ext cx="736759" cy="7367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E5E3A96-4F76-5838-4B4B-D92AB9BBA09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320" y="1669415"/>
            <a:ext cx="751842" cy="75184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24DD558-0B1D-AA0C-911A-F4ECEE050D1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320" y="2524444"/>
            <a:ext cx="751842" cy="75184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C91B6E3-1769-8A51-BBDD-1F973F1AA7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3402" y="3379473"/>
            <a:ext cx="736759" cy="73675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0FD7200-01D6-5DFC-16D3-B4CB776EF61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3401" y="4204337"/>
            <a:ext cx="736760" cy="73676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26B793D-5C5F-CB6D-F181-08F135288A8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317" y="5046346"/>
            <a:ext cx="751843" cy="75184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311E3F8-87D8-D139-1C77-045DEEE4403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317" y="5901375"/>
            <a:ext cx="751843" cy="75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47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F763A-87E3-0F53-81DB-13D39DC82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BCE7F66E-F919-6650-41B6-E6F449A208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6838481"/>
              </p:ext>
            </p:extLst>
          </p:nvPr>
        </p:nvGraphicFramePr>
        <p:xfrm>
          <a:off x="6275438" y="190295"/>
          <a:ext cx="5916562" cy="3978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Terminalia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bellirica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Beach almond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Thespesia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populnea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tulip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Toona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ciliata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mahogany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5687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Acacia catechu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Black Cutch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784029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4ABC773-DAB1-D523-3FB9-5384C3F8D7F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63633831"/>
              </p:ext>
            </p:extLst>
          </p:nvPr>
        </p:nvGraphicFramePr>
        <p:xfrm>
          <a:off x="331838" y="190295"/>
          <a:ext cx="5916562" cy="6516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402">
                  <a:extLst>
                    <a:ext uri="{9D8B030D-6E8A-4147-A177-3AD203B41FA5}">
                      <a16:colId xmlns:a16="http://schemas.microsoft.com/office/drawing/2014/main" val="3569931508"/>
                    </a:ext>
                  </a:extLst>
                </a:gridCol>
                <a:gridCol w="2040521">
                  <a:extLst>
                    <a:ext uri="{9D8B030D-6E8A-4147-A177-3AD203B41FA5}">
                      <a16:colId xmlns:a16="http://schemas.microsoft.com/office/drawing/2014/main" val="1898359155"/>
                    </a:ext>
                  </a:extLst>
                </a:gridCol>
                <a:gridCol w="1824498">
                  <a:extLst>
                    <a:ext uri="{9D8B030D-6E8A-4147-A177-3AD203B41FA5}">
                      <a16:colId xmlns:a16="http://schemas.microsoft.com/office/drawing/2014/main" val="1283444939"/>
                    </a:ext>
                  </a:extLst>
                </a:gridCol>
                <a:gridCol w="1479141">
                  <a:extLst>
                    <a:ext uri="{9D8B030D-6E8A-4147-A177-3AD203B41FA5}">
                      <a16:colId xmlns:a16="http://schemas.microsoft.com/office/drawing/2014/main" val="3296130687"/>
                    </a:ext>
                  </a:extLst>
                </a:gridCol>
              </a:tblGrid>
              <a:tr h="5952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Scientific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None/>
                      </a:pPr>
                      <a:r>
                        <a:rPr lang="en-IN" sz="1600" b="1" dirty="0">
                          <a:effectLst/>
                        </a:rPr>
                        <a:t>Common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dirty="0">
                          <a:effectLst/>
                        </a:rPr>
                        <a:t>QR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699356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marL="342900" indent="-342900" fontAlgn="ctr">
                        <a:buFont typeface="+mj-lt"/>
                        <a:buAutoNum type="arabicPeriod"/>
                      </a:pPr>
                      <a:endParaRPr lang="en-IN" sz="1600" dirty="0">
                        <a:effectLst/>
                      </a:endParaRPr>
                    </a:p>
                    <a:p>
                      <a:pPr marL="0" indent="0" fontAlgn="ctr">
                        <a:buFont typeface="+mj-lt"/>
                        <a:buNone/>
                      </a:pPr>
                      <a:r>
                        <a:rPr lang="en-IN" sz="1600" dirty="0">
                          <a:effectLst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Neolamarckia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cadamba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Burrflower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2525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Phyllanthus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emblica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gooseberry or amla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9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Pongamia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pinnata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Indian Beech Tree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45687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Psidium guajava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Guava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78402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Syzygium</a:t>
                      </a: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600" b="0" i="1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cumini</a:t>
                      </a:r>
                      <a:endParaRPr lang="en-IN" sz="1600" b="0" i="1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Java plum, Jamun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191039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Tamarindus indica L.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Tamarind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842573"/>
                  </a:ext>
                </a:extLst>
              </a:tr>
              <a:tr h="8458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sz="1600" dirty="0">
                          <a:effectLst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Terminalia arjuna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White </a:t>
                      </a:r>
                      <a:r>
                        <a:rPr lang="en-IN" sz="1600" b="0" i="0" u="none" strike="noStrike" dirty="0" err="1">
                          <a:solidFill>
                            <a:srgbClr val="313533"/>
                          </a:solidFill>
                          <a:effectLst/>
                          <a:latin typeface="+mn-lt"/>
                        </a:rPr>
                        <a:t>Murdah</a:t>
                      </a:r>
                      <a:endParaRPr lang="en-IN" sz="1600" b="0" i="0" u="none" strike="noStrike" dirty="0">
                        <a:solidFill>
                          <a:srgbClr val="313533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135875"/>
                  </a:ext>
                </a:extLst>
              </a:tr>
            </a:tbl>
          </a:graphicData>
        </a:graphic>
      </p:graphicFrame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A1A46E0-07B1-37E2-9E2A-182DCFA4CC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539" y="829470"/>
            <a:ext cx="740142" cy="7401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64B3C1-56AA-918D-7EA9-FFF5A2B8E6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539" y="1669415"/>
            <a:ext cx="740142" cy="7401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CDC28F-9AE5-D702-1CBD-79E9C48D11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539" y="2509360"/>
            <a:ext cx="740142" cy="7401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3F53FBC-C4F6-43EF-1030-3FBCB5B3AB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538" y="3349331"/>
            <a:ext cx="740143" cy="7401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72EE754-184C-DF86-8E44-E33DA5A5F9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538" y="4217666"/>
            <a:ext cx="740143" cy="7401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E976B19-B3D7-F90D-0D2D-0AE1F2A6A3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538" y="5069861"/>
            <a:ext cx="740144" cy="74014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254FF8B-9072-2A88-D742-E7479431E4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139" y="5920892"/>
            <a:ext cx="740145" cy="74014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9662D5D-72B2-8376-C95A-EDE3581E0D6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120" y="829471"/>
            <a:ext cx="743584" cy="7435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968ABF2-D33A-5D93-D247-0AE4962DC9B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120" y="1708224"/>
            <a:ext cx="743584" cy="74358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9CAF386-DD2F-A239-8A17-27A0D49CACB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118" y="2524600"/>
            <a:ext cx="743585" cy="74358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11FF56E-E86A-6BF3-C546-7F8E18A2CFC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117" y="3349331"/>
            <a:ext cx="763905" cy="76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94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187</Words>
  <Application>Microsoft Office PowerPoint</Application>
  <PresentationFormat>Widescreen</PresentationFormat>
  <Paragraphs>96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Amruta Chavan</dc:creator>
  <cp:lastModifiedBy>Amruta Chavan ONF</cp:lastModifiedBy>
  <cp:revision>10</cp:revision>
  <dcterms:created xsi:type="dcterms:W3CDTF">2026-02-24T05:44:18Z</dcterms:created>
  <dcterms:modified xsi:type="dcterms:W3CDTF">2026-05-29T06:00:52Z</dcterms:modified>
</cp:coreProperties>
</file>