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19" autoAdjust="0"/>
  </p:normalViewPr>
  <p:slideViewPr>
    <p:cSldViewPr snapToGrid="0">
      <p:cViewPr>
        <p:scale>
          <a:sx n="66" d="100"/>
          <a:sy n="66" d="100"/>
        </p:scale>
        <p:origin x="5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0E66-5C3D-AF1E-0BF9-A53B3505B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EABF8-C740-E762-D174-C48382449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9E60D-7083-51F6-075F-83BBCF38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36410-9162-063B-EE16-ABC73593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217BD-582A-2DDB-1FBF-EBAF9B41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58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2974-45CF-DAA8-C6B2-D08EE772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4FCA-25B8-F25B-B4A5-DB950F238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C7408-B460-CBF5-02B2-2F6FBE8C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30BF7-CCF0-38BB-8348-E39CCC4C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7970B-B0F4-208F-8DD6-BFEEEEFA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7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2A82-ECFC-7B2E-9FEF-B51C2EDA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77398-3549-854A-69C8-A6D4FC2BC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F855-B4D2-22B7-A5D9-F4C259FD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4EE9D-380A-20FF-E406-81F57307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18AB-0A65-88F5-B9DB-78E36C77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47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FFCC-691D-A77B-C39C-CD60EB15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753A-ADD5-1AFF-381B-F703B6EA2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EFD57-78A2-BE69-4375-E1999A5AD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26AC7-3EB1-5854-84C5-369645A7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33E32-6808-C31D-5137-489FE473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B34DD-E066-B020-59B5-AA23A19A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72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CB6A-A70A-F8F4-20D0-CDA3C948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43404-A6FA-FB2F-0553-D78CEB1C9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3AC35-82C6-20F1-0FAC-5EAE18A05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0B6B6-88F5-2620-D382-9E35ED1C8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CE219-738F-41AE-44C7-C62CCE8AF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6E24E-A795-40D5-19F6-934BED01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46F9B-AE1A-3481-2A63-EBB0E12E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E71AD-0DBD-4D19-2DA5-A2030592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86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5FA9-E640-9BD6-03F8-68F54681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8A30E6-E10C-6F00-1C7B-FA39919C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DBF12-2C4B-2DDA-ED4F-1D7A946F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A7C2A-D34F-E4D9-E033-420C1CFD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84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60E78-E6C7-798B-9359-ADE1637E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563B1-3FFC-157D-5FAE-F162232A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69D7F-8355-8BFF-5065-564B728AF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75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EE395-7114-B14F-E49D-B8ABAF34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F938F-00E5-E65A-3E9C-9D5CD841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AFF93-A31E-EB6E-2266-A3B1B858C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F2C2A-AF5B-0EFF-7B03-C3811D8FC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1F4C4-A480-A950-0C9B-850EECF0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6386F-CFF8-9206-FD2A-E77FEF84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105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B279-5872-2CA2-A2D5-A812B978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88AEC-9A65-2232-2FEF-D6BC3DF9D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F6CE10-2EBE-F3A8-AA9C-D94FD632B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6C30-5767-5633-FD15-539F7207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543DD-C068-F098-463D-71DCA577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7A2EA-7AB0-832C-F11E-787A2B00A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01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41F3-651A-C983-C326-820917E8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3D643-2C75-6B03-B37B-76B10AB3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F5A9C-5958-4C69-F679-B905B4E51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38BC3-2559-0755-FBE9-FA52A8EC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0E0C3-F256-260B-A7A8-DFF96467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75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6DDAE-404E-899B-17E0-DB7757A26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FF05C-41B6-E613-4872-27E93380B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90339-3D9C-3098-CF74-B8B16E663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014C5-3D10-B81A-0756-6E136F02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6E505-6AE3-4FF6-52D5-235F916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9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785DA-CD4E-7D2F-E092-207C1FEA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160CD-C8D3-62CF-6C9A-9893476F6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DFE3A-2D5B-B5AF-7176-959BCFC75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2536E-034B-36A7-8D08-E67856260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8129E-A2B0-CF20-285B-7D9C9A9D2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7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2E4D3-C9AE-8303-EF9F-71207DBDA2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EF3BA-CC09-FB59-0799-80B0C0F64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929607-1AE3-2DF8-5595-F974B406316D}"/>
              </a:ext>
            </a:extLst>
          </p:cNvPr>
          <p:cNvSpPr txBox="1">
            <a:spLocks/>
          </p:cNvSpPr>
          <p:nvPr/>
        </p:nvSpPr>
        <p:spPr>
          <a:xfrm>
            <a:off x="3252664" y="274249"/>
            <a:ext cx="6296270" cy="7324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6930" b="1" dirty="0">
                <a:solidFill>
                  <a:schemeClr val="bg1"/>
                </a:solidFill>
              </a:rPr>
              <a:t>IONIQ Forest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97817C-0326-616F-CAAD-C0FC8E90BF18}"/>
              </a:ext>
            </a:extLst>
          </p:cNvPr>
          <p:cNvSpPr txBox="1">
            <a:spLocks/>
          </p:cNvSpPr>
          <p:nvPr/>
        </p:nvSpPr>
        <p:spPr>
          <a:xfrm>
            <a:off x="4060475" y="1154414"/>
            <a:ext cx="4924487" cy="7324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700" dirty="0">
                <a:solidFill>
                  <a:schemeClr val="bg1"/>
                </a:solidFill>
              </a:rPr>
              <a:t>Grid – B  Zones 1 -10</a:t>
            </a:r>
          </a:p>
          <a:p>
            <a:endParaRPr lang="en-GB" sz="504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C2A498-8AE2-2663-D2CF-7DA0821C4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3" y="244633"/>
            <a:ext cx="2571939" cy="13555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8C11AB-BB0A-7A0C-ED59-C52EACF6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4123" y="239942"/>
            <a:ext cx="1355567" cy="13555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4AF345-962A-1589-5FD2-A820004032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194" y="244632"/>
            <a:ext cx="1355567" cy="13555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1D3D84-576C-B150-9B43-D2EAC6271E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136" y="244632"/>
            <a:ext cx="1355567" cy="135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6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8914DE4E-A034-A603-F7B7-50F334AF85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1921658"/>
              </p:ext>
            </p:extLst>
          </p:nvPr>
        </p:nvGraphicFramePr>
        <p:xfrm>
          <a:off x="627543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Lagerstroemia speciosa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Pride of India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Melia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dubia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Malabar Neem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Mimusops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elengi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Spanish cherry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Morus nigra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mulberry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Neolamarckia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cadamba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Burrflower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Pongamia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pinnata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Beech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Psidium guajava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Guava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20C0E02-326C-5CB1-AD88-6E50A935E1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92528898"/>
              </p:ext>
            </p:extLst>
          </p:nvPr>
        </p:nvGraphicFramePr>
        <p:xfrm>
          <a:off x="33183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Annona squamosa 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Custard apple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Artocarpus heterophyllus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Jackfruit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Azadirachta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indica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Neem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Butea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monosperma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Flame of the Forest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Cassia fistula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Golden shower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Dalbergia sissoo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rosewood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Holoptelea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integrifolia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Jungle cork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C951C54-DF55-9217-C5D2-141C351E4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020" y="849414"/>
            <a:ext cx="754644" cy="7546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4A2C2E-D12E-FD9B-6DA8-D665DE840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018" y="1690230"/>
            <a:ext cx="754645" cy="7546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5FBC07-D4F8-2672-849C-C2EA0CCA46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017" y="2507897"/>
            <a:ext cx="754646" cy="7546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2A874E-3720-4D90-CCFD-FEF8C5881A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016" y="3371864"/>
            <a:ext cx="754647" cy="7546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636122-0E5A-52FA-D88F-ED60A04FE7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016" y="4223751"/>
            <a:ext cx="754648" cy="7546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0D502D-1F3F-3BC4-844C-A76F8E1870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590" y="5052489"/>
            <a:ext cx="754648" cy="7546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83BFD65-CB47-BF41-B244-55461B23C8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590" y="5913057"/>
            <a:ext cx="754648" cy="7546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9B0AC32-EE86-5FC8-9B93-1A076612B2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18" y="847846"/>
            <a:ext cx="756212" cy="7562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D48ED37-E842-4E2D-7D56-B1447AD19E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06" y="1690231"/>
            <a:ext cx="756212" cy="7562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DB1955E-857D-14AA-2EB7-E01A004355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06" y="2523350"/>
            <a:ext cx="756212" cy="75621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26F5E67-F6B0-BD6B-E7A2-CCAED079BDD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0583" y="3371864"/>
            <a:ext cx="754647" cy="7546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9C795F2-DFC8-7A3B-C808-3CED08505EB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06" y="4204983"/>
            <a:ext cx="756212" cy="75621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6AFE5A2-4E4B-47B8-33DB-3BF7FEE70AD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06" y="5073580"/>
            <a:ext cx="756212" cy="75621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C155EB1-469A-2799-0F83-823C11D4BA1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06" y="5911493"/>
            <a:ext cx="756212" cy="75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52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763A-87E3-0F53-81DB-13D39DC8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ABC773-DAB1-D523-3FB9-5384C3F8D7F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54645951"/>
              </p:ext>
            </p:extLst>
          </p:nvPr>
        </p:nvGraphicFramePr>
        <p:xfrm>
          <a:off x="331838" y="190295"/>
          <a:ext cx="5916562" cy="3978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Tamarindus indica L.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Tamarind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Terminalia arjuna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White Murdah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Thespesia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populnea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tulip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Toona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ciliata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mahogany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A7FB2B5-22CB-1FCA-0CF0-85EACAA5F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575" y="849413"/>
            <a:ext cx="743071" cy="7430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B7AFFA-CC4C-F4FC-0401-E1C9031F83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575" y="1700480"/>
            <a:ext cx="743070" cy="7430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5F4836-8314-C7A0-E860-6C01A28523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576" y="2528397"/>
            <a:ext cx="743070" cy="7430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CD4FC7-7B2E-3D6C-DD0D-9C1734A9E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574" y="3379463"/>
            <a:ext cx="743070" cy="74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9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135</Words>
  <Application>Microsoft Office PowerPoint</Application>
  <PresentationFormat>Widescreen</PresentationFormat>
  <Paragraphs>71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Amruta Chavan</dc:creator>
  <cp:lastModifiedBy>Amruta Chavan ONF</cp:lastModifiedBy>
  <cp:revision>10</cp:revision>
  <dcterms:created xsi:type="dcterms:W3CDTF">2026-02-24T05:44:18Z</dcterms:created>
  <dcterms:modified xsi:type="dcterms:W3CDTF">2026-05-29T06:09:09Z</dcterms:modified>
</cp:coreProperties>
</file>