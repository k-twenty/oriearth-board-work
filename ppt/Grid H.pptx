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67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0E66-5C3D-AF1E-0BF9-A53B3505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EABF8-C740-E762-D174-C48382449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9E60D-7083-51F6-075F-83BBCF38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6410-9162-063B-EE16-ABC73593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17BD-582A-2DDB-1FBF-EBAF9B41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58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2974-45CF-DAA8-C6B2-D08EE772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4FCA-25B8-F25B-B4A5-DB950F23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C7408-B460-CBF5-02B2-2F6FBE8C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0BF7-CCF0-38BB-8348-E39CCC4C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970B-B0F4-208F-8DD6-BFEEEEFA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7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2A82-ECFC-7B2E-9FEF-B51C2EDA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77398-3549-854A-69C8-A6D4FC2BC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F855-B4D2-22B7-A5D9-F4C259FD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4EE9D-380A-20FF-E406-81F57307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18AB-0A65-88F5-B9DB-78E36C77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4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FFCC-691D-A77B-C39C-CD60EB15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53A-ADD5-1AFF-381B-F703B6EA2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EFD57-78A2-BE69-4375-E1999A5AD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6AC7-3EB1-5854-84C5-369645A7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33E32-6808-C31D-5137-489FE473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B34DD-E066-B020-59B5-AA23A19A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2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CB6A-A70A-F8F4-20D0-CDA3C948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43404-A6FA-FB2F-0553-D78CEB1C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AC35-82C6-20F1-0FAC-5EAE18A0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0B6B6-88F5-2620-D382-9E35ED1C8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CE219-738F-41AE-44C7-C62CCE8AF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6E24E-A795-40D5-19F6-934BED01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46F9B-AE1A-3481-2A63-EBB0E12E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E71AD-0DBD-4D19-2DA5-A20305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86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5FA9-E640-9BD6-03F8-68F54681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A30E6-E10C-6F00-1C7B-FA39919C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DBF12-2C4B-2DDA-ED4F-1D7A946F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A7C2A-D34F-E4D9-E033-420C1CFD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4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60E78-E6C7-798B-9359-ADE1637E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563B1-3FFC-157D-5FAE-F162232A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69D7F-8355-8BFF-5065-564B728A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5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E395-7114-B14F-E49D-B8ABAF34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938F-00E5-E65A-3E9C-9D5CD841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AFF93-A31E-EB6E-2266-A3B1B858C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F2C2A-AF5B-0EFF-7B03-C3811D8F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1F4C4-A480-A950-0C9B-850EECF0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6386F-CFF8-9206-FD2A-E77FEF84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10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B279-5872-2CA2-A2D5-A812B978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88AEC-9A65-2232-2FEF-D6BC3DF9D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6CE10-2EBE-F3A8-AA9C-D94FD632B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6C30-5767-5633-FD15-539F7207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543DD-C068-F098-463D-71DCA577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A2EA-7AB0-832C-F11E-787A2B00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01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1F3-651A-C983-C326-820917E8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3D643-2C75-6B03-B37B-76B10AB3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F5A9C-5958-4C69-F679-B905B4E51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8BC3-2559-0755-FBE9-FA52A8E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0E0C3-F256-260B-A7A8-DFF96467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5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6DDAE-404E-899B-17E0-DB7757A26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F05C-41B6-E613-4872-27E93380B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0339-3D9C-3098-CF74-B8B16E66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14C5-3D10-B81A-0756-6E136F02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6E505-6AE3-4FF6-52D5-235F916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9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785DA-CD4E-7D2F-E092-207C1FEA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160CD-C8D3-62CF-6C9A-9893476F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FE3A-2D5B-B5AF-7176-959BCFC75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536E-034B-36A7-8D08-E67856260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8129E-A2B0-CF20-285B-7D9C9A9D2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E4D3-C9AE-8303-EF9F-71207DBDA2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EF3BA-CC09-FB59-0799-80B0C0F64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929607-1AE3-2DF8-5595-F974B406316D}"/>
              </a:ext>
            </a:extLst>
          </p:cNvPr>
          <p:cNvSpPr txBox="1">
            <a:spLocks/>
          </p:cNvSpPr>
          <p:nvPr/>
        </p:nvSpPr>
        <p:spPr>
          <a:xfrm>
            <a:off x="3252664" y="274249"/>
            <a:ext cx="6296270" cy="732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930" b="1">
                <a:solidFill>
                  <a:schemeClr val="bg1"/>
                </a:solidFill>
              </a:rPr>
              <a:t>IONIQ Forest</a:t>
            </a:r>
            <a:endParaRPr lang="en-GB" sz="693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97817C-0326-616F-CAAD-C0FC8E90BF18}"/>
              </a:ext>
            </a:extLst>
          </p:cNvPr>
          <p:cNvSpPr txBox="1">
            <a:spLocks/>
          </p:cNvSpPr>
          <p:nvPr/>
        </p:nvSpPr>
        <p:spPr>
          <a:xfrm>
            <a:off x="3938555" y="1154414"/>
            <a:ext cx="4924487" cy="732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700" dirty="0">
                <a:solidFill>
                  <a:schemeClr val="bg1"/>
                </a:solidFill>
              </a:rPr>
              <a:t>Grid – H  Zones 1 -10</a:t>
            </a:r>
          </a:p>
          <a:p>
            <a:endParaRPr lang="en-GB" sz="504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2A498-8AE2-2663-D2CF-7DA0821C4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54" y="177000"/>
            <a:ext cx="2394139" cy="1261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C11AB-BB0A-7A0C-ED59-C52EACF6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909" y="176999"/>
            <a:ext cx="1266666" cy="12666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4AF345-962A-1589-5FD2-A82000403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969" y="176999"/>
            <a:ext cx="1269563" cy="1269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F75DC8-DA8F-5003-951B-2E683B712A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575" y="177000"/>
            <a:ext cx="1269564" cy="126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914DE4E-A034-A603-F7B7-50F334AF8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4589680"/>
              </p:ext>
            </p:extLst>
          </p:nvPr>
        </p:nvGraphicFramePr>
        <p:xfrm>
          <a:off x="6172200" y="190295"/>
          <a:ext cx="5916562" cy="1441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1" u="none" strike="noStrike" dirty="0">
                          <a:solidFill>
                            <a:srgbClr val="313533"/>
                          </a:solidFill>
                          <a:effectLst/>
                          <a:latin typeface="Arial" panose="020B0604020202020204" pitchFamily="34" charset="0"/>
                        </a:rPr>
                        <a:t>Toona </a:t>
                      </a:r>
                      <a:r>
                        <a:rPr lang="en-IN" sz="14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Arial" panose="020B0604020202020204" pitchFamily="34" charset="0"/>
                        </a:rPr>
                        <a:t>ciliata</a:t>
                      </a:r>
                      <a:endParaRPr lang="en-IN" sz="1400" b="0" i="1" u="none" strike="noStrike" dirty="0">
                        <a:solidFill>
                          <a:srgbClr val="3135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313533"/>
                          </a:solidFill>
                          <a:effectLst/>
                          <a:latin typeface="Arial" panose="020B0604020202020204" pitchFamily="34" charset="0"/>
                        </a:rPr>
                        <a:t>Indian mahogany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0C0E02-326C-5CB1-AD88-6E50A935E1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58929969"/>
              </p:ext>
            </p:extLst>
          </p:nvPr>
        </p:nvGraphicFramePr>
        <p:xfrm>
          <a:off x="1794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Azadirachta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Neem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Dalbergia sissoo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rosewood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Mimusops elengi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Spanish cherry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Neolamarckia cadamba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Burrflower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Pongamia pinnata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Beech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Syzygium cumini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Java plum, Jamun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arjuna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White </a:t>
                      </a:r>
                      <a:r>
                        <a:rPr lang="en-IN" sz="1600" b="0" i="0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Murdah</a:t>
                      </a:r>
                      <a:endParaRPr lang="en-IN" sz="1600" b="0" i="0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65C48E-584F-1867-3504-EA9E7546F3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815" y="829469"/>
            <a:ext cx="733425" cy="733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B08A49-237D-368F-B286-32FA44E83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095" y="1631444"/>
            <a:ext cx="779146" cy="7791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39DDEF-50BF-BB92-88AA-8124517ED5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095" y="2479140"/>
            <a:ext cx="779147" cy="7791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BAC889-D106-346F-90B1-526769694B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096" y="3359987"/>
            <a:ext cx="779148" cy="7791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7FB709-13AB-2E65-1158-4C6624D6AA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475" y="4207683"/>
            <a:ext cx="779146" cy="7791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9AFAC6-9A68-ADBD-39BB-5997A450EE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75" y="5055377"/>
            <a:ext cx="779146" cy="7791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36F776-6695-96A6-1D64-944AA35942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75" y="5936225"/>
            <a:ext cx="779146" cy="7791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D618728-B8FB-8935-A3BF-85D2FA262F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377" y="754032"/>
            <a:ext cx="814605" cy="81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47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72</Words>
  <Application>Microsoft Office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Amruta Chavan</dc:creator>
  <cp:lastModifiedBy>Amruta Chavan ONF</cp:lastModifiedBy>
  <cp:revision>7</cp:revision>
  <dcterms:created xsi:type="dcterms:W3CDTF">2026-02-24T05:44:18Z</dcterms:created>
  <dcterms:modified xsi:type="dcterms:W3CDTF">2026-05-29T07:10:01Z</dcterms:modified>
</cp:coreProperties>
</file>