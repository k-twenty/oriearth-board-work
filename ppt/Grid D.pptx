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0E66-5C3D-AF1E-0BF9-A53B3505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EABF8-C740-E762-D174-C48382449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E60D-7083-51F6-075F-83BBCF38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6410-9162-063B-EE16-ABC7359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17BD-582A-2DDB-1FBF-EBAF9B4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5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2974-45CF-DAA8-C6B2-D08EE772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4FCA-25B8-F25B-B4A5-DB950F2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7408-B460-CBF5-02B2-2F6FBE8C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0BF7-CCF0-38BB-8348-E39CCC4C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970B-B0F4-208F-8DD6-BFEEEEFA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A82-ECFC-7B2E-9FEF-B51C2ED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398-3549-854A-69C8-A6D4FC2B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F855-B4D2-22B7-A5D9-F4C259FD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EE9D-380A-20FF-E406-81F5730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18AB-0A65-88F5-B9DB-78E36C7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FFCC-691D-A77B-C39C-CD60EB1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53A-ADD5-1AFF-381B-F703B6EA2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EFD57-78A2-BE69-4375-E1999A5A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6AC7-3EB1-5854-84C5-369645A7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3E32-6808-C31D-5137-489FE473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34DD-E066-B020-59B5-AA23A19A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CB6A-A70A-F8F4-20D0-CDA3C94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3404-A6FA-FB2F-0553-D78CEB1C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AC35-82C6-20F1-0FAC-5EAE18A0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0B6B6-88F5-2620-D382-9E35ED1C8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CE219-738F-41AE-44C7-C62CCE8A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E24E-A795-40D5-19F6-934BED0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6F9B-AE1A-3481-2A63-EBB0E12E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E71AD-0DBD-4D19-2DA5-A20305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86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5FA9-E640-9BD6-03F8-68F54681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A30E6-E10C-6F00-1C7B-FA39919C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BF12-2C4B-2DDA-ED4F-1D7A946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A7C2A-D34F-E4D9-E033-420C1CFD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60E78-E6C7-798B-9359-ADE1637E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563B1-3FFC-157D-5FAE-F162232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9D7F-8355-8BFF-5065-564B728A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5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E395-7114-B14F-E49D-B8ABAF3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938F-00E5-E65A-3E9C-9D5CD841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F93-A31E-EB6E-2266-A3B1B858C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F2C2A-AF5B-0EFF-7B03-C3811D8F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1F4C4-A480-A950-0C9B-850EECF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386F-CFF8-9206-FD2A-E77FEF84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B279-5872-2CA2-A2D5-A812B978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AEC-9A65-2232-2FEF-D6BC3DF9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6CE10-2EBE-F3A8-AA9C-D94FD632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6C30-5767-5633-FD15-539F7207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43DD-C068-F098-463D-71DCA577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A2EA-7AB0-832C-F11E-787A2B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1F3-651A-C983-C326-820917E8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3D643-2C75-6B03-B37B-76B10AB3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5A9C-5958-4C69-F679-B905B4E5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8BC3-2559-0755-FBE9-FA52A8E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E0C3-F256-260B-A7A8-DFF964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5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6DDAE-404E-899B-17E0-DB7757A26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F05C-41B6-E613-4872-27E93380B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339-3D9C-3098-CF74-B8B16E66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14C5-3D10-B81A-0756-6E136F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E505-6AE3-4FF6-52D5-235F916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785DA-CD4E-7D2F-E092-207C1FEA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60CD-C8D3-62CF-6C9A-9893476F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FE3A-2D5B-B5AF-7176-959BCFC7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536E-034B-36A7-8D08-E67856260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29E-A2B0-CF20-285B-7D9C9A9D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E4D3-C9AE-8303-EF9F-71207DBDA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EF3BA-CC09-FB59-0799-80B0C0F6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929607-1AE3-2DF8-5595-F974B406316D}"/>
              </a:ext>
            </a:extLst>
          </p:cNvPr>
          <p:cNvSpPr txBox="1">
            <a:spLocks/>
          </p:cNvSpPr>
          <p:nvPr/>
        </p:nvSpPr>
        <p:spPr>
          <a:xfrm>
            <a:off x="3252664" y="274249"/>
            <a:ext cx="6296270" cy="732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930" b="1">
                <a:solidFill>
                  <a:schemeClr val="bg1"/>
                </a:solidFill>
              </a:rPr>
              <a:t>IONIQ Forest</a:t>
            </a:r>
            <a:endParaRPr lang="en-GB" sz="693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7817C-0326-616F-CAAD-C0FC8E90BF18}"/>
              </a:ext>
            </a:extLst>
          </p:cNvPr>
          <p:cNvSpPr txBox="1">
            <a:spLocks/>
          </p:cNvSpPr>
          <p:nvPr/>
        </p:nvSpPr>
        <p:spPr>
          <a:xfrm>
            <a:off x="3938555" y="1154414"/>
            <a:ext cx="4924487" cy="732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700" dirty="0">
                <a:solidFill>
                  <a:schemeClr val="bg1"/>
                </a:solidFill>
              </a:rPr>
              <a:t>Grid – D  Zones 1 -10</a:t>
            </a:r>
          </a:p>
          <a:p>
            <a:endParaRPr lang="en-GB" sz="504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2A498-8AE2-2663-D2CF-7DA0821C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03" y="239084"/>
            <a:ext cx="2363268" cy="1245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11AB-BB0A-7A0C-ED59-C52EACF6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434" y="271143"/>
            <a:ext cx="1329055" cy="13290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F345-962A-1589-5FD2-A8200040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648" y="271144"/>
            <a:ext cx="1329055" cy="1329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72F4CD-6474-A19A-FE71-970BC2044E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969" y="250402"/>
            <a:ext cx="1245585" cy="124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914DE4E-A034-A603-F7B7-50F334AF8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9801684"/>
              </p:ext>
            </p:extLst>
          </p:nvPr>
        </p:nvGraphicFramePr>
        <p:xfrm>
          <a:off x="62754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Morus nigra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mulberry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Neolamarckia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cadamba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Burrflower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Phyllanthus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emblica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gooseberry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Pongamia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pinnata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Beech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Psidium guajava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Guava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Schleichera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oleosa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Gum lac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Syzygium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cumini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Java plum, Jamun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0C0E02-326C-5CB1-AD88-6E50A935E1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47367697"/>
              </p:ext>
            </p:extLst>
          </p:nvPr>
        </p:nvGraphicFramePr>
        <p:xfrm>
          <a:off x="3318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Adenanthera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pavonina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Red Sandalwood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Aegle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marmelos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Azadirachta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Neem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Cassia fistula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Golden shower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Dalbergia sissoo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rosewood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Lagerstroemia speciosa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Pride of India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Mimusops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elengi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Spanish cherry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2BA5C1-4B97-7562-F891-0CAA857245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60" y="803911"/>
            <a:ext cx="792480" cy="792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5C9D7E-0A18-1E7D-46BE-8AA31B0E9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60" y="1679575"/>
            <a:ext cx="792480" cy="7924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319124-1C4F-FECE-3DD7-6B0F94E67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60" y="2523133"/>
            <a:ext cx="792480" cy="792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87ED38-0D22-2F8C-E700-AEBDC3F41F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60" y="3366691"/>
            <a:ext cx="792480" cy="792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C1DD04-955B-E5AA-B17C-532C431BC5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4201715"/>
            <a:ext cx="792480" cy="7924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117E49-BF74-E67E-5E6A-B857416786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60" y="5036739"/>
            <a:ext cx="792480" cy="792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A5DFF0-3825-47D1-8721-029B44ADC1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5865065"/>
            <a:ext cx="802640" cy="8026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E59BB6E-69EC-8E04-B1BB-AD72BC1FBC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960" y="803911"/>
            <a:ext cx="762000" cy="76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7AB80C7-3BF4-2710-F55B-BB6CF63958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960" y="1679575"/>
            <a:ext cx="762000" cy="762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9706FF2-045A-6A35-6F9D-AF0E58AAB2B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960" y="2524759"/>
            <a:ext cx="762000" cy="762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6F929A2-C40C-ED4A-A674-C8B758C0F3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960" y="3370422"/>
            <a:ext cx="762000" cy="762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AB8BA0E-49A4-353D-EE8C-695132754D4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960" y="4216085"/>
            <a:ext cx="762000" cy="762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91935C8-C0A7-453C-88E7-3ED561A3A2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960" y="5048250"/>
            <a:ext cx="762000" cy="762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4728505-3968-4D02-022C-8F8AD053E25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960" y="5905705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1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763A-87E3-0F53-81DB-13D39DC8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ABC773-DAB1-D523-3FB9-5384C3F8D7F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65863092"/>
              </p:ext>
            </p:extLst>
          </p:nvPr>
        </p:nvGraphicFramePr>
        <p:xfrm>
          <a:off x="331838" y="190295"/>
          <a:ext cx="5916562" cy="2287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arjuna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White Murdah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Toona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ciliata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mahogany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C3B11F1-1912-D3A9-6B6D-CFB64D9BA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575" y="846455"/>
            <a:ext cx="748665" cy="748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9777AD-D615-025E-DD07-666E550FD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575" y="1676287"/>
            <a:ext cx="748665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9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123</Words>
  <Application>Microsoft Office PowerPoint</Application>
  <PresentationFormat>Widescreen</PresentationFormat>
  <Paragraphs>65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Chavan</dc:creator>
  <cp:lastModifiedBy>Amruta Chavan ONF</cp:lastModifiedBy>
  <cp:revision>12</cp:revision>
  <dcterms:created xsi:type="dcterms:W3CDTF">2026-02-24T05:44:18Z</dcterms:created>
  <dcterms:modified xsi:type="dcterms:W3CDTF">2026-05-29T06:28:57Z</dcterms:modified>
</cp:coreProperties>
</file>