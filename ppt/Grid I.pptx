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7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0E66-5C3D-AF1E-0BF9-A53B3505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EABF8-C740-E762-D174-C48382449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E60D-7083-51F6-075F-83BBCF38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6410-9162-063B-EE16-ABC7359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17BD-582A-2DDB-1FBF-EBAF9B4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5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2974-45CF-DAA8-C6B2-D08EE772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4FCA-25B8-F25B-B4A5-DB950F2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7408-B460-CBF5-02B2-2F6FBE8C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0BF7-CCF0-38BB-8348-E39CCC4C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970B-B0F4-208F-8DD6-BFEEEEFA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A82-ECFC-7B2E-9FEF-B51C2ED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398-3549-854A-69C8-A6D4FC2B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F855-B4D2-22B7-A5D9-F4C259FD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EE9D-380A-20FF-E406-81F5730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18AB-0A65-88F5-B9DB-78E36C7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FFCC-691D-A77B-C39C-CD60EB1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53A-ADD5-1AFF-381B-F703B6EA2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EFD57-78A2-BE69-4375-E1999A5A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6AC7-3EB1-5854-84C5-369645A7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3E32-6808-C31D-5137-489FE473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34DD-E066-B020-59B5-AA23A19A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CB6A-A70A-F8F4-20D0-CDA3C94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3404-A6FA-FB2F-0553-D78CEB1C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AC35-82C6-20F1-0FAC-5EAE18A0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0B6B6-88F5-2620-D382-9E35ED1C8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CE219-738F-41AE-44C7-C62CCE8A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E24E-A795-40D5-19F6-934BED0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6F9B-AE1A-3481-2A63-EBB0E12E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E71AD-0DBD-4D19-2DA5-A20305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86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5FA9-E640-9BD6-03F8-68F54681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A30E6-E10C-6F00-1C7B-FA39919C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BF12-2C4B-2DDA-ED4F-1D7A946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A7C2A-D34F-E4D9-E033-420C1CFD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60E78-E6C7-798B-9359-ADE1637E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563B1-3FFC-157D-5FAE-F162232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9D7F-8355-8BFF-5065-564B728A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5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E395-7114-B14F-E49D-B8ABAF3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938F-00E5-E65A-3E9C-9D5CD841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F93-A31E-EB6E-2266-A3B1B858C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F2C2A-AF5B-0EFF-7B03-C3811D8F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1F4C4-A480-A950-0C9B-850EECF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386F-CFF8-9206-FD2A-E77FEF84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B279-5872-2CA2-A2D5-A812B978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AEC-9A65-2232-2FEF-D6BC3DF9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6CE10-2EBE-F3A8-AA9C-D94FD632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6C30-5767-5633-FD15-539F7207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43DD-C068-F098-463D-71DCA577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A2EA-7AB0-832C-F11E-787A2B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1F3-651A-C983-C326-820917E8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3D643-2C75-6B03-B37B-76B10AB3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5A9C-5958-4C69-F679-B905B4E5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8BC3-2559-0755-FBE9-FA52A8E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E0C3-F256-260B-A7A8-DFF964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5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6DDAE-404E-899B-17E0-DB7757A26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F05C-41B6-E613-4872-27E93380B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339-3D9C-3098-CF74-B8B16E66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14C5-3D10-B81A-0756-6E136F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E505-6AE3-4FF6-52D5-235F916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785DA-CD4E-7D2F-E092-207C1FEA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60CD-C8D3-62CF-6C9A-9893476F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FE3A-2D5B-B5AF-7176-959BCFC7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536E-034B-36A7-8D08-E67856260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29E-A2B0-CF20-285B-7D9C9A9D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E4D3-C9AE-8303-EF9F-71207DBDA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EF3BA-CC09-FB59-0799-80B0C0F6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929607-1AE3-2DF8-5595-F974B406316D}"/>
              </a:ext>
            </a:extLst>
          </p:cNvPr>
          <p:cNvSpPr txBox="1">
            <a:spLocks/>
          </p:cNvSpPr>
          <p:nvPr/>
        </p:nvSpPr>
        <p:spPr>
          <a:xfrm>
            <a:off x="3252664" y="274249"/>
            <a:ext cx="6296270" cy="732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930" b="1">
                <a:solidFill>
                  <a:schemeClr val="bg1"/>
                </a:solidFill>
              </a:rPr>
              <a:t>IONIQ Forest</a:t>
            </a:r>
            <a:endParaRPr lang="en-GB" sz="693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7817C-0326-616F-CAAD-C0FC8E90BF18}"/>
              </a:ext>
            </a:extLst>
          </p:cNvPr>
          <p:cNvSpPr txBox="1">
            <a:spLocks/>
          </p:cNvSpPr>
          <p:nvPr/>
        </p:nvSpPr>
        <p:spPr>
          <a:xfrm>
            <a:off x="3938555" y="1154414"/>
            <a:ext cx="4924487" cy="732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700" dirty="0">
                <a:solidFill>
                  <a:schemeClr val="bg1"/>
                </a:solidFill>
              </a:rPr>
              <a:t>Grid – I  Zones 1 -10</a:t>
            </a:r>
          </a:p>
          <a:p>
            <a:endParaRPr lang="en-GB" sz="504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2A498-8AE2-2663-D2CF-7DA0821C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56" y="170479"/>
            <a:ext cx="2448797" cy="1290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11AB-BB0A-7A0C-ED59-C52EACF6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808" y="151227"/>
            <a:ext cx="1309913" cy="1309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F345-962A-1589-5FD2-A8200040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969" y="151228"/>
            <a:ext cx="1309913" cy="1309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1C1A72-4BA0-873E-77EB-5BC1D5D2EF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900" y="151229"/>
            <a:ext cx="1309913" cy="13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0C0E02-326C-5CB1-AD88-6E50A935E1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73566449"/>
              </p:ext>
            </p:extLst>
          </p:nvPr>
        </p:nvGraphicFramePr>
        <p:xfrm>
          <a:off x="3318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Aegle marmelos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Alstonia scholaris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Blackboard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Azadirachta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Neem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Bauhinia variegata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Kachnar, Orchid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Bombax ceiba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Silk Cotton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Butea monosperma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Flame of the Forest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Cassia fistula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Golden shower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914DE4E-A034-A603-F7B7-50F334AF8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287370"/>
              </p:ext>
            </p:extLst>
          </p:nvPr>
        </p:nvGraphicFramePr>
        <p:xfrm>
          <a:off x="62754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Dalbergia sissoo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rosewood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Lagerstroemia speciosa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Pride of India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Melia dubia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Malabar Neem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Mimusops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elengi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Spanish cherry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Neolamarckia cadamba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Burrflower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Phyllanthus emblica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gooseberry or amla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Pongamia pinnata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Beech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393315-392F-1055-56B3-7C3212F8D2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655" y="870109"/>
            <a:ext cx="748665" cy="7486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455CC7-F7D3-398D-06CC-4A0107724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655" y="1657350"/>
            <a:ext cx="748665" cy="7486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25BA24-2A9B-C5C4-84B9-12F0B52F2F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655" y="2506837"/>
            <a:ext cx="748665" cy="7486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0A4FFD-478D-40D9-5074-A210BE1D8A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655" y="3356324"/>
            <a:ext cx="748665" cy="7486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E73E4C-C851-3239-274D-7BA0A6670B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655" y="4205811"/>
            <a:ext cx="748665" cy="7486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8E3361-523D-2B25-3E68-D963E1270A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655" y="5061584"/>
            <a:ext cx="748665" cy="7486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FC5806-A0EF-CC29-3888-51AC98CF9F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654" y="5919040"/>
            <a:ext cx="748665" cy="7486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6F0FDA-7987-48DD-4D7E-66313583FE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640" y="830897"/>
            <a:ext cx="750201" cy="7502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A48470-102F-C078-AD4F-21BE1292B9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640" y="1690544"/>
            <a:ext cx="750201" cy="7502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6ABC58B-C7CD-FAA4-6D14-CEC2C565D9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935" y="2491597"/>
            <a:ext cx="763905" cy="76390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79ABDB9-CC11-66F5-6408-57DACD2D18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934" y="3383142"/>
            <a:ext cx="763905" cy="76390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342AFF9-E70A-D91C-03AB-A83C49BBF79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935" y="4205811"/>
            <a:ext cx="763905" cy="76390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0A69AAE-2E93-B84C-1562-CFE9881BF41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933" y="5061584"/>
            <a:ext cx="763906" cy="7639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E2AD631-37C4-759B-9801-C6B0304F85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640" y="5914836"/>
            <a:ext cx="750199" cy="75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4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763A-87E3-0F53-81DB-13D39DC8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ABC773-DAB1-D523-3FB9-5384C3F8D7F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0331709"/>
              </p:ext>
            </p:extLst>
          </p:nvPr>
        </p:nvGraphicFramePr>
        <p:xfrm>
          <a:off x="331838" y="190295"/>
          <a:ext cx="5916562" cy="5670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Psidium guajava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Guava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Syzygium cumini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Java plum, Jamun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Tamarindus indica L.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arjuna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White Murdah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bellirica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Beach almond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Toona ciliata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mahogany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26052D-338D-C5BC-8D6E-539624AA6C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880" y="849789"/>
            <a:ext cx="721360" cy="721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D8083C-D9C1-2FA9-7898-4BB864A3C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880" y="1689735"/>
            <a:ext cx="721360" cy="7213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4DB4F6-3C4C-E41F-DA1F-4B37E9133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880" y="2529681"/>
            <a:ext cx="721360" cy="721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47C950-E707-B4D6-0785-48EF01E54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880" y="3365344"/>
            <a:ext cx="741680" cy="7416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5CA58B-F35E-6224-B1A6-AF5A88C19F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880" y="4221327"/>
            <a:ext cx="741680" cy="7416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E77DB9-4B9F-F4EA-909A-4C22066548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880" y="5061273"/>
            <a:ext cx="741680" cy="74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9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151</Words>
  <Application>Microsoft Office PowerPoint</Application>
  <PresentationFormat>Widescreen</PresentationFormat>
  <Paragraphs>77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Chavan</dc:creator>
  <cp:lastModifiedBy>Amruta Chavan ONF</cp:lastModifiedBy>
  <cp:revision>9</cp:revision>
  <dcterms:created xsi:type="dcterms:W3CDTF">2026-02-24T05:44:18Z</dcterms:created>
  <dcterms:modified xsi:type="dcterms:W3CDTF">2026-05-29T05:50:02Z</dcterms:modified>
</cp:coreProperties>
</file>